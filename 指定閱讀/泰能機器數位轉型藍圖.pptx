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4" r:id="rId4"/>
    <p:sldId id="259" r:id="rId5"/>
    <p:sldId id="260" r:id="rId6"/>
    <p:sldId id="276" r:id="rId7"/>
    <p:sldId id="258" r:id="rId8"/>
    <p:sldId id="261" r:id="rId9"/>
    <p:sldId id="262" r:id="rId10"/>
    <p:sldId id="263" r:id="rId11"/>
    <p:sldId id="264" r:id="rId12"/>
    <p:sldId id="265" r:id="rId13"/>
    <p:sldId id="266" r:id="rId14"/>
    <p:sldId id="271" r:id="rId15"/>
    <p:sldId id="272" r:id="rId16"/>
    <p:sldId id="273" r:id="rId17"/>
    <p:sldId id="267" r:id="rId18"/>
    <p:sldId id="268" r:id="rId19"/>
    <p:sldId id="269" r:id="rId20"/>
    <p:sldId id="270" r:id="rId2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063" autoAdjust="0"/>
    <p:restoredTop sz="94560" autoAdjust="0"/>
  </p:normalViewPr>
  <p:slideViewPr>
    <p:cSldViewPr>
      <p:cViewPr varScale="1">
        <p:scale>
          <a:sx n="34" d="100"/>
          <a:sy n="34" d="100"/>
        </p:scale>
        <p:origin x="224" y="15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Macintosh PowerPoint</Application>
  <PresentationFormat>自訂</PresentationFormat>
  <Paragraphs>0</Paragraphs>
  <Slides>20</Slides>
  <Notes>0</Notes>
  <HiddenSlides>1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M11509917</cp:lastModifiedBy>
  <cp:revision>2</cp:revision>
  <dcterms:created xsi:type="dcterms:W3CDTF">2006-08-16T00:00:00Z</dcterms:created>
  <dcterms:modified xsi:type="dcterms:W3CDTF">2026-10-24T05:27:19Z</dcterms:modified>
</cp:coreProperties>
</file>